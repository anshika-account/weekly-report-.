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Spring Boot Microservices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Employee Service - Step by Step Guide</a:t>
            </a:r>
          </a:p>
          <a:p>
            <a:r>
              <a:t>Presented by: Anshika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Microservices architecture divides application into small services</a:t>
            </a:r>
          </a:p>
          <a:p>
            <a:pPr lvl="1"/>
            <a:r>
              <a:t>• Each service performs one specific function</a:t>
            </a:r>
          </a:p>
          <a:p>
            <a:pPr lvl="1"/>
            <a:r>
              <a:t>• Services communicate via REST APIs</a:t>
            </a:r>
          </a:p>
          <a:p>
            <a:pPr lvl="1"/>
            <a:r>
              <a:t>• Independent deployment and scalability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Spring Boot?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 framework for building web applications</a:t>
            </a:r>
          </a:p>
          <a:p>
            <a:pPr lvl="1"/>
            <a:r>
              <a:t>• Simplifies configuration and setup</a:t>
            </a:r>
          </a:p>
          <a:p>
            <a:pPr lvl="1"/>
            <a:r>
              <a:t>• Embedded server (Tomcat) included</a:t>
            </a:r>
          </a:p>
          <a:p>
            <a:pPr lvl="1"/>
            <a:r>
              <a:t>• Ideal for building REST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- Employee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Employee Microservice</a:t>
            </a:r>
          </a:p>
          <a:p>
            <a:pPr lvl="1"/>
            <a:r>
              <a:t>• Connect to MySQL Database</a:t>
            </a:r>
          </a:p>
          <a:p>
            <a:pPr lvl="1"/>
            <a:r>
              <a:t>• Perform CRUD operations</a:t>
            </a:r>
          </a:p>
          <a:p>
            <a:pPr lvl="1"/>
            <a:r>
              <a:t>• Test API using Postman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 17</a:t>
            </a:r>
          </a:p>
          <a:p>
            <a:pPr lvl="1"/>
            <a:r>
              <a:t>• Spring Boot</a:t>
            </a:r>
          </a:p>
          <a:p>
            <a:pPr lvl="1"/>
            <a:r>
              <a:t>• MySQL</a:t>
            </a:r>
          </a:p>
          <a:p>
            <a:pPr lvl="1"/>
            <a:r>
              <a:t>• Spring Data JPA</a:t>
            </a:r>
          </a:p>
          <a:p>
            <a:pPr lvl="1"/>
            <a:r>
              <a:t>• Postman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Controller Layer - Handles HTTP requests</a:t>
            </a:r>
          </a:p>
          <a:p>
            <a:pPr lvl="1"/>
            <a:r>
              <a:t>• Service Layer - Business logic</a:t>
            </a:r>
          </a:p>
          <a:p>
            <a:pPr lvl="1"/>
            <a:r>
              <a:t>• Repository Layer - Database interaction</a:t>
            </a:r>
          </a:p>
          <a:p>
            <a:pPr lvl="1"/>
            <a:r>
              <a:t>• Entity Class - Maps to database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MySQL database</a:t>
            </a:r>
          </a:p>
          <a:p>
            <a:pPr lvl="1"/>
            <a:r>
              <a:t>• Create employee table</a:t>
            </a:r>
          </a:p>
          <a:p>
            <a:pPr lvl="1"/>
            <a:r>
              <a:t>• Configure application.properties</a:t>
            </a:r>
          </a:p>
          <a:p>
            <a:pPr lvl="1"/>
            <a:r>
              <a:t>• Set username, password, and DB URL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API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GET /employees/{id}</a:t>
            </a:r>
          </a:p>
          <a:p>
            <a:pPr lvl="1"/>
            <a:r>
              <a:t>• Returns employee details in JSON format</a:t>
            </a:r>
          </a:p>
          <a:p>
            <a:pPr lvl="1"/>
            <a:r>
              <a:t>• Tested using Postman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Client sends request</a:t>
            </a:r>
          </a:p>
          <a:p>
            <a:pPr lvl="1"/>
            <a:r>
              <a:t>2. Controller receives request</a:t>
            </a:r>
          </a:p>
          <a:p>
            <a:pPr lvl="1"/>
            <a:r>
              <a:t>3. Service processes logic</a:t>
            </a:r>
          </a:p>
          <a:p>
            <a:pPr lvl="1"/>
            <a:r>
              <a:t>4. Repository fetches data from DB</a:t>
            </a:r>
          </a:p>
          <a:p>
            <a:pPr lvl="1"/>
            <a:r>
              <a:t>5. JSON response returned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Database connection issues</a:t>
            </a:r>
          </a:p>
          <a:p>
            <a:pPr lvl="1"/>
            <a:r>
              <a:t>• Port already in use error</a:t>
            </a:r>
          </a:p>
          <a:p>
            <a:pPr lvl="1"/>
            <a:r>
              <a:t>• Dependency configuration problems</a:t>
            </a:r>
          </a:p>
          <a:p>
            <a:pPr lvl="1"/>
            <a:r>
              <a:t>• Offline Docker deployment setup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Create, Update, Delete APIs</a:t>
            </a:r>
          </a:p>
          <a:p>
            <a:pPr lvl="1"/>
            <a:r>
              <a:t>• Add Exception Handling</a:t>
            </a:r>
          </a:p>
          <a:p>
            <a:pPr lvl="1"/>
            <a:r>
              <a:t>• Connect multiple microservices</a:t>
            </a:r>
          </a:p>
          <a:p>
            <a:pPr lvl="1"/>
            <a:r>
              <a:t>• Deploy using Docker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Learned basics of Microservices</a:t>
            </a:r>
          </a:p>
          <a:p>
            <a:pPr lvl="1"/>
            <a:r>
              <a:t>• Understood layered architecture</a:t>
            </a:r>
          </a:p>
          <a:p>
            <a:pPr lvl="1"/>
            <a:r>
              <a:t>• Built and tested REST API</a:t>
            </a:r>
          </a:p>
          <a:p>
            <a:pPr lvl="1"/>
            <a:r>
              <a:t>• Foundation for advanced DevOps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