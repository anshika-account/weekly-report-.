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DevOps helps teams work together efficiently. It automates manual work and improves release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Since office setup had no internet, Docker images were managed offline. Docker ensures application runs same in all environments.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monolithic architecture, everything is inside one project. Any small change requires redeploying entire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one module fails, entire system can be affected. Scaling is expensive because whole application must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Microservices break application into small independent services. Each service can be deployed and scaled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comparison shows why modern companies prefer microservices for large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 side shows monolithic app. Right side shows independent microservices.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project demonstrates practical implementation of microservices using Spring Boot.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week helped me understand modern architecture and deployment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Weekly DevOps &amp; Microservices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Docker Offline Setup &amp; Spring Boot Microservices</a:t>
            </a:r>
          </a:p>
          <a:p>
            <a:r>
              <a:t>Presented by: Anshika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DevOps = Development + Operations</a:t>
            </a:r>
          </a:p>
          <a:p>
            <a:pPr lvl="1"/>
            <a:r>
              <a:t>• Improves collaboration</a:t>
            </a:r>
          </a:p>
          <a:p>
            <a:pPr lvl="1"/>
            <a:r>
              <a:t>• Automates build, test &amp; deployment</a:t>
            </a:r>
          </a:p>
          <a:p>
            <a:pPr lvl="1"/>
            <a:r>
              <a:t>• Enables faster software delivery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Setup (Offline Environment)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Installed Docker in office offline environment</a:t>
            </a:r>
          </a:p>
          <a:p>
            <a:pPr lvl="1"/>
            <a:r>
              <a:t>• Understood Docker Images &amp; Containers</a:t>
            </a:r>
          </a:p>
          <a:p>
            <a:pPr lvl="1"/>
            <a:r>
              <a:t>• Used docker build and docker run commands</a:t>
            </a:r>
          </a:p>
          <a:p>
            <a:pPr lvl="1"/>
            <a:r>
              <a:t>• Learned container-based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Monolithic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Single large application</a:t>
            </a:r>
          </a:p>
          <a:p>
            <a:pPr lvl="1"/>
            <a:r>
              <a:t>• All modules tightly coupled</a:t>
            </a:r>
          </a:p>
          <a:p>
            <a:pPr lvl="1"/>
            <a:r>
              <a:t>• Single deployment unit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Issues in Monolithic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Difficult to scale specific module</a:t>
            </a:r>
          </a:p>
          <a:p>
            <a:pPr lvl="1"/>
            <a:r>
              <a:t>• Slow development</a:t>
            </a:r>
          </a:p>
          <a:p>
            <a:pPr lvl="1"/>
            <a:r>
              <a:t>• Hard maintenance</a:t>
            </a:r>
          </a:p>
          <a:p>
            <a:pPr lvl="1"/>
            <a:r>
              <a:t>• Technology lock-in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Microservices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Application divided into small services</a:t>
            </a:r>
          </a:p>
          <a:p>
            <a:pPr lvl="1"/>
            <a:r>
              <a:t>• Each service handles one function</a:t>
            </a:r>
          </a:p>
          <a:p>
            <a:pPr lvl="1"/>
            <a:r>
              <a:t>• Independent deployment</a:t>
            </a:r>
          </a:p>
          <a:p>
            <a:pPr lvl="1"/>
            <a:r>
              <a:t>• Better scalability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Monolithic vs Microservices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Monolithic: Single codebase, single deployment</a:t>
            </a:r>
          </a:p>
          <a:p>
            <a:pPr lvl="1"/>
            <a:r>
              <a:t>Microservices: Multiple small services</a:t>
            </a:r>
          </a:p>
          <a:p>
            <a:pPr lvl="1"/>
            <a:r>
              <a:t>Monolithic: Hard to scale</a:t>
            </a:r>
          </a:p>
          <a:p>
            <a:pPr lvl="1"/>
            <a:r>
              <a:t>Microservices: Easy to scale independently</a:t>
            </a:r>
          </a:p>
          <a:p>
            <a:pPr lvl="1"/>
            <a:r>
              <a:t>Monolithic: Slower updates</a:t>
            </a:r>
          </a:p>
          <a:p>
            <a:pPr lvl="1"/>
            <a:r>
              <a:t>Microservices: Faster releases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Architecture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27432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Monolithic App</a:t>
            </a:r>
          </a:p>
          <a:p>
            <a:r>
              <a:t>(UI + Service + DB)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371600"/>
            <a:ext cx="2286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 Service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2743200"/>
            <a:ext cx="2286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Employee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7315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Microservices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Spring Boot Microservice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Built Employee Service</a:t>
            </a:r>
          </a:p>
          <a:p>
            <a:pPr lvl="1"/>
            <a:r>
              <a:t>• Connected with MySQL</a:t>
            </a:r>
          </a:p>
          <a:p>
            <a:pPr lvl="1"/>
            <a:r>
              <a:t>• Used Controller, Service, Repository layers</a:t>
            </a:r>
          </a:p>
          <a:p>
            <a:pPr lvl="1"/>
            <a:r>
              <a:t>• Tested using Postman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Understood DevOps fundamentals</a:t>
            </a:r>
          </a:p>
          <a:p>
            <a:pPr lvl="1"/>
            <a:r>
              <a:t>• Successfully set up Docker offline</a:t>
            </a:r>
          </a:p>
          <a:p>
            <a:pPr lvl="1"/>
            <a:r>
              <a:t>• Learned Monolithic vs Microservices difference</a:t>
            </a:r>
          </a:p>
          <a:p>
            <a:pPr lvl="1"/>
            <a:r>
              <a:t>• Built working Spring Boot microservice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