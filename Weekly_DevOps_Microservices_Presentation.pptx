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Weekly Work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DevOps Setup &amp; Microservices Development</a:t>
            </a:r>
          </a:p>
          <a:p>
            <a:r>
              <a:t>Presented by: Anshika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Week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Understood DevOps fundamentals</a:t>
            </a:r>
          </a:p>
          <a:p>
            <a:pPr lvl="1"/>
            <a:r>
              <a:t>• Set up Docker in offline environment (Office setup)</a:t>
            </a:r>
          </a:p>
          <a:p>
            <a:pPr lvl="1"/>
            <a:r>
              <a:t>• Started working on Spring Boot Microservices</a:t>
            </a:r>
          </a:p>
          <a:p>
            <a:pPr lvl="1"/>
            <a:r>
              <a:t>• Built Employee Service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DevOps?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DevOps = Development + Operations</a:t>
            </a:r>
          </a:p>
          <a:p>
            <a:pPr lvl="1"/>
            <a:r>
              <a:t>• Improves collaboration between Dev &amp; Ops teams</a:t>
            </a:r>
          </a:p>
          <a:p>
            <a:pPr lvl="1"/>
            <a:r>
              <a:t>• Automates build, testing, and deployment</a:t>
            </a:r>
          </a:p>
          <a:p>
            <a:pPr lvl="1"/>
            <a:r>
              <a:t>• Enables faster and reliable software delivery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DevOps?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Faster software releases</a:t>
            </a:r>
          </a:p>
          <a:p>
            <a:pPr lvl="1"/>
            <a:r>
              <a:t>• Reduced manual errors</a:t>
            </a:r>
          </a:p>
          <a:p>
            <a:pPr lvl="1"/>
            <a:r>
              <a:t>• Continuous Integration &amp; Continuous Deployment (CI/CD)</a:t>
            </a:r>
          </a:p>
          <a:p>
            <a:pPr lvl="1"/>
            <a:r>
              <a:t>• Better monitoring and stability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Setup (Offline Environment)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Installed Docker in office environment</a:t>
            </a:r>
          </a:p>
          <a:p>
            <a:pPr lvl="1"/>
            <a:r>
              <a:t>• Worked without internet access</a:t>
            </a:r>
          </a:p>
          <a:p>
            <a:pPr lvl="1"/>
            <a:r>
              <a:t>• Understood images and containers</a:t>
            </a:r>
          </a:p>
          <a:p>
            <a:pPr lvl="1"/>
            <a:r>
              <a:t>• Learned how to deploy applications using Docker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Monolithic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Entire application built as single unit</a:t>
            </a:r>
          </a:p>
          <a:p>
            <a:pPr lvl="1"/>
            <a:r>
              <a:t>• All modules tightly coupled</a:t>
            </a:r>
          </a:p>
          <a:p>
            <a:pPr lvl="1"/>
            <a:r>
              <a:t>• Single codebase and single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Issues in Monolithic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Difficult to scale specific modules</a:t>
            </a:r>
          </a:p>
          <a:p>
            <a:pPr lvl="1"/>
            <a:r>
              <a:t>• Full application redeployment required for small change</a:t>
            </a:r>
          </a:p>
          <a:p>
            <a:pPr lvl="1"/>
            <a:r>
              <a:t>• Slower development process</a:t>
            </a:r>
          </a:p>
          <a:p>
            <a:pPr lvl="1"/>
            <a:r>
              <a:t>• Hard to maintain large codebase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Adopted Microservices?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Break application into small independent services</a:t>
            </a:r>
          </a:p>
          <a:p>
            <a:pPr lvl="1"/>
            <a:r>
              <a:t>• Each service handles one specific functionality</a:t>
            </a:r>
          </a:p>
          <a:p>
            <a:pPr lvl="1"/>
            <a:r>
              <a:t>• Independent deployment</a:t>
            </a:r>
          </a:p>
          <a:p>
            <a:pPr lvl="1"/>
            <a:r>
              <a:t>• Better scalability and maintainability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Microservices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Services communicate via REST APIs</a:t>
            </a:r>
          </a:p>
          <a:p>
            <a:pPr lvl="1"/>
            <a:r>
              <a:t>• Each service has its own database</a:t>
            </a:r>
          </a:p>
          <a:p>
            <a:pPr lvl="1"/>
            <a:r>
              <a:t>• Easier fault isolation</a:t>
            </a:r>
          </a:p>
          <a:p>
            <a:pPr lvl="1"/>
            <a:r>
              <a:t>• Faster development cycles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Spring Boot Microservice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Built Employee Service</a:t>
            </a:r>
          </a:p>
          <a:p>
            <a:pPr lvl="1"/>
            <a:r>
              <a:t>• Connected with MySQL database</a:t>
            </a:r>
          </a:p>
          <a:p>
            <a:pPr lvl="1"/>
            <a:r>
              <a:t>• Implemented layered architecture (Controller, Service, Repository)</a:t>
            </a:r>
          </a:p>
          <a:p>
            <a:pPr lvl="1"/>
            <a:r>
              <a:t>• Tested API using Postman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Client sends HTTP request</a:t>
            </a:r>
          </a:p>
          <a:p>
            <a:pPr lvl="1"/>
            <a:r>
              <a:t>2. Controller receives request</a:t>
            </a:r>
          </a:p>
          <a:p>
            <a:pPr lvl="1"/>
            <a:r>
              <a:t>3. Service handles business logic</a:t>
            </a:r>
          </a:p>
          <a:p>
            <a:pPr lvl="1"/>
            <a:r>
              <a:t>4. Repository interacts with database</a:t>
            </a:r>
          </a:p>
          <a:p>
            <a:pPr lvl="1"/>
            <a:r>
              <a:t>5. JSON response returned to client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Offline Docker setup configuration</a:t>
            </a:r>
          </a:p>
          <a:p>
            <a:pPr lvl="1"/>
            <a:r>
              <a:t>• Database connection issues</a:t>
            </a:r>
          </a:p>
          <a:p>
            <a:pPr lvl="1"/>
            <a:r>
              <a:t>• Understanding layered architecture</a:t>
            </a:r>
          </a:p>
          <a:p>
            <a:pPr lvl="1"/>
            <a:r>
              <a:t>• Debugging port and dependency errors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Learning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Understood DevOps basics</a:t>
            </a:r>
          </a:p>
          <a:p>
            <a:pPr lvl="1"/>
            <a:r>
              <a:t>• Successfully set up Docker offline</a:t>
            </a:r>
          </a:p>
          <a:p>
            <a:pPr lvl="1"/>
            <a:r>
              <a:t>• Learned difference between Monolithic &amp; Microservices</a:t>
            </a:r>
          </a:p>
          <a:p>
            <a:pPr lvl="1"/>
            <a:r>
              <a:t>• Built working Spring Boot Microservice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